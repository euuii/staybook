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Source Sans Pro" charset="1" panose="020B0503030403020204"/>
      <p:regular r:id="rId7"/>
    </p:embeddedFont>
    <p:embeddedFont>
      <p:font typeface="Open Sauce Bold" charset="1" panose="00000800000000000000"/>
      <p:regular r:id="rId8"/>
    </p:embeddedFont>
    <p:embeddedFont>
      <p:font typeface="Open Sauce" charset="1" panose="000005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"/>
            <a:chOff x="0" y="0"/>
            <a:chExt cx="22991997" cy="1293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1997" cy="1293300"/>
            </a:xfrm>
            <a:custGeom>
              <a:avLst/>
              <a:gdLst/>
              <a:ahLst/>
              <a:cxnLst/>
              <a:rect r="r" b="b" t="t" l="l"/>
              <a:pathLst>
                <a:path h="1293300" w="22991997">
                  <a:moveTo>
                    <a:pt x="0" y="0"/>
                  </a:moveTo>
                  <a:lnTo>
                    <a:pt x="22991997" y="0"/>
                  </a:lnTo>
                  <a:lnTo>
                    <a:pt x="22991997" y="1293300"/>
                  </a:lnTo>
                  <a:lnTo>
                    <a:pt x="0" y="1293300"/>
                  </a:lnTo>
                  <a:close/>
                </a:path>
              </a:pathLst>
            </a:custGeom>
            <a:solidFill>
              <a:srgbClr val="1067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78224" y="8697942"/>
            <a:ext cx="2131553" cy="774671"/>
            <a:chOff x="0" y="0"/>
            <a:chExt cx="2842071" cy="103289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842071" cy="1032894"/>
              <a:chOff x="0" y="0"/>
              <a:chExt cx="1913890" cy="69556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31750" y="31750"/>
                <a:ext cx="1849148" cy="632066"/>
              </a:xfrm>
              <a:custGeom>
                <a:avLst/>
                <a:gdLst/>
                <a:ahLst/>
                <a:cxnLst/>
                <a:rect r="r" b="b" t="t" l="l"/>
                <a:pathLst>
                  <a:path h="632066" w="1849148">
                    <a:moveTo>
                      <a:pt x="1757680" y="632066"/>
                    </a:moveTo>
                    <a:lnTo>
                      <a:pt x="92710" y="632066"/>
                    </a:lnTo>
                    <a:cubicBezTo>
                      <a:pt x="41910" y="632066"/>
                      <a:pt x="0" y="590155"/>
                      <a:pt x="0" y="539355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756410" y="0"/>
                    </a:lnTo>
                    <a:cubicBezTo>
                      <a:pt x="1807210" y="0"/>
                      <a:pt x="1849120" y="41910"/>
                      <a:pt x="1849120" y="92710"/>
                    </a:cubicBezTo>
                    <a:lnTo>
                      <a:pt x="1849120" y="538086"/>
                    </a:lnTo>
                    <a:cubicBezTo>
                      <a:pt x="1850390" y="590155"/>
                      <a:pt x="1808480" y="632066"/>
                      <a:pt x="1757680" y="632066"/>
                    </a:cubicBezTo>
                    <a:close/>
                  </a:path>
                </a:pathLst>
              </a:custGeom>
              <a:solidFill>
                <a:srgbClr val="1067F4"/>
              </a:solidFill>
            </p:spPr>
          </p:sp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913890" cy="695566"/>
              </a:xfrm>
              <a:custGeom>
                <a:avLst/>
                <a:gdLst/>
                <a:ahLst/>
                <a:cxnLst/>
                <a:rect r="r" b="b" t="t" l="l"/>
                <a:pathLst>
                  <a:path h="695566" w="1913890">
                    <a:moveTo>
                      <a:pt x="1789430" y="59690"/>
                    </a:moveTo>
                    <a:cubicBezTo>
                      <a:pt x="1824990" y="59690"/>
                      <a:pt x="1854200" y="88900"/>
                      <a:pt x="1854200" y="124460"/>
                    </a:cubicBezTo>
                    <a:lnTo>
                      <a:pt x="1854200" y="571106"/>
                    </a:lnTo>
                    <a:cubicBezTo>
                      <a:pt x="1854200" y="606666"/>
                      <a:pt x="1824990" y="635876"/>
                      <a:pt x="1789430" y="635876"/>
                    </a:cubicBezTo>
                    <a:lnTo>
                      <a:pt x="124460" y="635876"/>
                    </a:lnTo>
                    <a:cubicBezTo>
                      <a:pt x="88900" y="635876"/>
                      <a:pt x="59690" y="606666"/>
                      <a:pt x="59690" y="571106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789430" y="59690"/>
                    </a:lnTo>
                    <a:moveTo>
                      <a:pt x="178943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571106"/>
                    </a:lnTo>
                    <a:cubicBezTo>
                      <a:pt x="0" y="639686"/>
                      <a:pt x="55880" y="695566"/>
                      <a:pt x="124460" y="695566"/>
                    </a:cubicBezTo>
                    <a:lnTo>
                      <a:pt x="1789430" y="695566"/>
                    </a:lnTo>
                    <a:cubicBezTo>
                      <a:pt x="1858010" y="695566"/>
                      <a:pt x="1913890" y="639686"/>
                      <a:pt x="1913890" y="571106"/>
                    </a:cubicBezTo>
                    <a:lnTo>
                      <a:pt x="1913890" y="124460"/>
                    </a:lnTo>
                    <a:cubicBezTo>
                      <a:pt x="1913890" y="55880"/>
                      <a:pt x="1858010" y="0"/>
                      <a:pt x="1789430" y="0"/>
                    </a:cubicBezTo>
                    <a:close/>
                  </a:path>
                </a:pathLst>
              </a:custGeom>
              <a:solidFill>
                <a:srgbClr val="1067F4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81575" y="230062"/>
              <a:ext cx="267892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AFAFB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Start Now 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4000500"/>
            <a:ext cx="1623060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6131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Minimalist Template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0764" y="5576148"/>
            <a:ext cx="14766472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For Presentation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750" y="287655"/>
            <a:ext cx="517841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AFAF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Really Great Company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61833" y="287655"/>
            <a:ext cx="517841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FAFAF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2026 January 14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DAG6JSMadlU</dc:identifier>
  <dcterms:modified xsi:type="dcterms:W3CDTF">2011-08-01T06:04:30Z</dcterms:modified>
  <cp:revision>1</cp:revision>
  <dc:title>Blue Dust White Simple Minimalist All Purpose Presentation</dc:title>
</cp:coreProperties>
</file>